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2" r:id="rId17"/>
  </p:sldIdLst>
  <p:sldSz cx="12192000" cy="6858000"/>
  <p:notesSz cx="6858000" cy="9144000"/>
  <p:embeddedFontLst>
    <p:embeddedFont>
      <p:font typeface="Arial Narrow" panose="020B060602020203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EB4F13-A97A-4F0D-9A51-FD6D8DDD647A}" type="doc">
      <dgm:prSet loTypeId="urn:microsoft.com/office/officeart/2008/layout/HorizontalMultiLevelHierarchy#1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F71EA871-A416-4E0B-B5CA-76D65992B2D6}">
      <dgm:prSet phldrT="[Text]"/>
      <dgm:spPr/>
      <dgm:t>
        <a:bodyPr/>
        <a:lstStyle/>
        <a:p>
          <a:r>
            <a:rPr lang="en-IN"/>
            <a:t>Assistant Paltform</a:t>
          </a:r>
        </a:p>
      </dgm:t>
    </dgm:pt>
    <dgm:pt modelId="{371BF2E6-82EB-466B-9012-0427B776B2E5}" type="parTrans" cxnId="{DF46291D-13B2-4309-AEAC-FBD02016F278}">
      <dgm:prSet/>
      <dgm:spPr/>
      <dgm:t>
        <a:bodyPr/>
        <a:lstStyle/>
        <a:p>
          <a:endParaRPr lang="en-IN"/>
        </a:p>
      </dgm:t>
    </dgm:pt>
    <dgm:pt modelId="{F4E55469-50DC-4CA0-9303-64EF732B8224}" type="sibTrans" cxnId="{DF46291D-13B2-4309-AEAC-FBD02016F278}">
      <dgm:prSet/>
      <dgm:spPr/>
      <dgm:t>
        <a:bodyPr/>
        <a:lstStyle/>
        <a:p>
          <a:endParaRPr lang="en-IN"/>
        </a:p>
      </dgm:t>
    </dgm:pt>
    <dgm:pt modelId="{3A2187B7-2DC4-4548-8848-24B4C9106D14}">
      <dgm:prSet phldrT="[Text]"/>
      <dgm:spPr/>
      <dgm:t>
        <a:bodyPr/>
        <a:lstStyle/>
        <a:p>
          <a:r>
            <a:rPr lang="en-IN"/>
            <a:t>Pre-Defined Questions</a:t>
          </a:r>
        </a:p>
      </dgm:t>
    </dgm:pt>
    <dgm:pt modelId="{0DAAF5A8-2EF8-48E5-8FB3-2DB5D009422A}" type="parTrans" cxnId="{E659F731-9514-4B0F-81C8-863B5EBC3D73}">
      <dgm:prSet/>
      <dgm:spPr/>
      <dgm:t>
        <a:bodyPr/>
        <a:lstStyle/>
        <a:p>
          <a:endParaRPr lang="en-IN"/>
        </a:p>
      </dgm:t>
    </dgm:pt>
    <dgm:pt modelId="{DF2293A7-EE26-48E1-901E-C3420E3E6A02}" type="sibTrans" cxnId="{E659F731-9514-4B0F-81C8-863B5EBC3D73}">
      <dgm:prSet/>
      <dgm:spPr/>
      <dgm:t>
        <a:bodyPr/>
        <a:lstStyle/>
        <a:p>
          <a:endParaRPr lang="en-IN"/>
        </a:p>
      </dgm:t>
    </dgm:pt>
    <dgm:pt modelId="{27114264-9E3C-4069-BDEF-97580269D787}">
      <dgm:prSet phldrT="[Text]"/>
      <dgm:spPr/>
      <dgm:t>
        <a:bodyPr/>
        <a:lstStyle/>
        <a:p>
          <a:r>
            <a:rPr lang="en-IN"/>
            <a:t>Pre-Defined Answers</a:t>
          </a:r>
        </a:p>
      </dgm:t>
    </dgm:pt>
    <dgm:pt modelId="{35777F18-1C27-409D-AF96-FA3F0C618943}" type="parTrans" cxnId="{3A0D8204-A420-41F5-A2E5-6470E9D7396C}">
      <dgm:prSet/>
      <dgm:spPr/>
      <dgm:t>
        <a:bodyPr/>
        <a:lstStyle/>
        <a:p>
          <a:endParaRPr lang="en-IN"/>
        </a:p>
      </dgm:t>
    </dgm:pt>
    <dgm:pt modelId="{DF5602E6-6488-45CA-BEAA-E6C5AEDCF8A9}" type="sibTrans" cxnId="{3A0D8204-A420-41F5-A2E5-6470E9D7396C}">
      <dgm:prSet/>
      <dgm:spPr/>
      <dgm:t>
        <a:bodyPr/>
        <a:lstStyle/>
        <a:p>
          <a:endParaRPr lang="en-IN"/>
        </a:p>
      </dgm:t>
    </dgm:pt>
    <dgm:pt modelId="{67178A19-8519-4A36-AA8F-45C17AAC16E0}">
      <dgm:prSet phldrT="[Text]"/>
      <dgm:spPr/>
      <dgm:t>
        <a:bodyPr/>
        <a:lstStyle/>
        <a:p>
          <a:r>
            <a:rPr lang="en-IN"/>
            <a:t>Evaluation matric</a:t>
          </a:r>
        </a:p>
      </dgm:t>
    </dgm:pt>
    <dgm:pt modelId="{D6ED14A1-9F4A-4902-B23E-45C88AF5B4CA}" type="parTrans" cxnId="{CBC1010E-7E18-4778-A490-130B0F21DA54}">
      <dgm:prSet/>
      <dgm:spPr/>
      <dgm:t>
        <a:bodyPr/>
        <a:lstStyle/>
        <a:p>
          <a:endParaRPr lang="en-IN"/>
        </a:p>
      </dgm:t>
    </dgm:pt>
    <dgm:pt modelId="{72B210ED-1C42-4294-9228-B7A3880771BD}" type="sibTrans" cxnId="{CBC1010E-7E18-4778-A490-130B0F21DA54}">
      <dgm:prSet/>
      <dgm:spPr/>
      <dgm:t>
        <a:bodyPr/>
        <a:lstStyle/>
        <a:p>
          <a:endParaRPr lang="en-IN"/>
        </a:p>
      </dgm:t>
    </dgm:pt>
    <dgm:pt modelId="{3BAE97A6-F8FB-4179-A9EE-1D42208219E1}" type="pres">
      <dgm:prSet presAssocID="{70EB4F13-A97A-4F0D-9A51-FD6D8DDD647A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77E20DD-E8E2-474F-B393-F5F657B1FB3D}" type="pres">
      <dgm:prSet presAssocID="{F71EA871-A416-4E0B-B5CA-76D65992B2D6}" presName="root1" presStyleCnt="0"/>
      <dgm:spPr/>
    </dgm:pt>
    <dgm:pt modelId="{D02044DA-15DB-47CA-B4BD-2CBB8B5A9C2F}" type="pres">
      <dgm:prSet presAssocID="{F71EA871-A416-4E0B-B5CA-76D65992B2D6}" presName="LevelOneTextNode" presStyleLbl="node0" presStyleIdx="0" presStyleCnt="1">
        <dgm:presLayoutVars>
          <dgm:chPref val="3"/>
        </dgm:presLayoutVars>
      </dgm:prSet>
      <dgm:spPr/>
    </dgm:pt>
    <dgm:pt modelId="{9FFA7786-F808-4259-B6BE-D90A76EA47BC}" type="pres">
      <dgm:prSet presAssocID="{F71EA871-A416-4E0B-B5CA-76D65992B2D6}" presName="level2hierChild" presStyleCnt="0"/>
      <dgm:spPr/>
    </dgm:pt>
    <dgm:pt modelId="{E3F34CE7-518A-4EF1-8191-D4B9E63089FA}" type="pres">
      <dgm:prSet presAssocID="{0DAAF5A8-2EF8-48E5-8FB3-2DB5D009422A}" presName="conn2-1" presStyleLbl="parChTrans1D2" presStyleIdx="0" presStyleCnt="3"/>
      <dgm:spPr/>
    </dgm:pt>
    <dgm:pt modelId="{83EC266C-4AFD-4BDE-BC20-9197F0048C65}" type="pres">
      <dgm:prSet presAssocID="{0DAAF5A8-2EF8-48E5-8FB3-2DB5D009422A}" presName="connTx" presStyleLbl="parChTrans1D2" presStyleIdx="0" presStyleCnt="3"/>
      <dgm:spPr/>
    </dgm:pt>
    <dgm:pt modelId="{248D4712-DF7B-42CC-BF00-9556E58F7EB5}" type="pres">
      <dgm:prSet presAssocID="{3A2187B7-2DC4-4548-8848-24B4C9106D14}" presName="root2" presStyleCnt="0"/>
      <dgm:spPr/>
    </dgm:pt>
    <dgm:pt modelId="{1C4B7133-B150-470F-A3AD-937B903AE12A}" type="pres">
      <dgm:prSet presAssocID="{3A2187B7-2DC4-4548-8848-24B4C9106D14}" presName="LevelTwoTextNode" presStyleLbl="node2" presStyleIdx="0" presStyleCnt="3">
        <dgm:presLayoutVars>
          <dgm:chPref val="3"/>
        </dgm:presLayoutVars>
      </dgm:prSet>
      <dgm:spPr/>
    </dgm:pt>
    <dgm:pt modelId="{345031C2-C665-49BB-9517-45A26DCA1AF2}" type="pres">
      <dgm:prSet presAssocID="{3A2187B7-2DC4-4548-8848-24B4C9106D14}" presName="level3hierChild" presStyleCnt="0"/>
      <dgm:spPr/>
    </dgm:pt>
    <dgm:pt modelId="{DFB3DACF-1F41-4570-B357-9698C2A91FD0}" type="pres">
      <dgm:prSet presAssocID="{35777F18-1C27-409D-AF96-FA3F0C618943}" presName="conn2-1" presStyleLbl="parChTrans1D2" presStyleIdx="1" presStyleCnt="3"/>
      <dgm:spPr/>
    </dgm:pt>
    <dgm:pt modelId="{FD41A133-7994-4956-8773-ED58B0908E5B}" type="pres">
      <dgm:prSet presAssocID="{35777F18-1C27-409D-AF96-FA3F0C618943}" presName="connTx" presStyleLbl="parChTrans1D2" presStyleIdx="1" presStyleCnt="3"/>
      <dgm:spPr/>
    </dgm:pt>
    <dgm:pt modelId="{68CE9CB6-92E6-44EF-ADA3-9BB7451B957B}" type="pres">
      <dgm:prSet presAssocID="{27114264-9E3C-4069-BDEF-97580269D787}" presName="root2" presStyleCnt="0"/>
      <dgm:spPr/>
    </dgm:pt>
    <dgm:pt modelId="{8B24C4B1-5AF4-4152-989A-30E1E2D4869E}" type="pres">
      <dgm:prSet presAssocID="{27114264-9E3C-4069-BDEF-97580269D787}" presName="LevelTwoTextNode" presStyleLbl="node2" presStyleIdx="1" presStyleCnt="3">
        <dgm:presLayoutVars>
          <dgm:chPref val="3"/>
        </dgm:presLayoutVars>
      </dgm:prSet>
      <dgm:spPr/>
    </dgm:pt>
    <dgm:pt modelId="{B43AF367-7F89-4FCA-8863-070D53BDCAA7}" type="pres">
      <dgm:prSet presAssocID="{27114264-9E3C-4069-BDEF-97580269D787}" presName="level3hierChild" presStyleCnt="0"/>
      <dgm:spPr/>
    </dgm:pt>
    <dgm:pt modelId="{5BF083BC-53C1-41D1-AF3C-F11BDC2592E4}" type="pres">
      <dgm:prSet presAssocID="{D6ED14A1-9F4A-4902-B23E-45C88AF5B4CA}" presName="conn2-1" presStyleLbl="parChTrans1D2" presStyleIdx="2" presStyleCnt="3"/>
      <dgm:spPr/>
    </dgm:pt>
    <dgm:pt modelId="{7126A5A0-760F-4A2C-96C9-975E05624BF5}" type="pres">
      <dgm:prSet presAssocID="{D6ED14A1-9F4A-4902-B23E-45C88AF5B4CA}" presName="connTx" presStyleLbl="parChTrans1D2" presStyleIdx="2" presStyleCnt="3"/>
      <dgm:spPr/>
    </dgm:pt>
    <dgm:pt modelId="{64CE79C3-30E0-4591-9FD2-BA257BC04C00}" type="pres">
      <dgm:prSet presAssocID="{67178A19-8519-4A36-AA8F-45C17AAC16E0}" presName="root2" presStyleCnt="0"/>
      <dgm:spPr/>
    </dgm:pt>
    <dgm:pt modelId="{92E51220-CCFC-4E76-9A9B-7FC044FB753A}" type="pres">
      <dgm:prSet presAssocID="{67178A19-8519-4A36-AA8F-45C17AAC16E0}" presName="LevelTwoTextNode" presStyleLbl="node2" presStyleIdx="2" presStyleCnt="3">
        <dgm:presLayoutVars>
          <dgm:chPref val="3"/>
        </dgm:presLayoutVars>
      </dgm:prSet>
      <dgm:spPr/>
    </dgm:pt>
    <dgm:pt modelId="{28416010-8107-44BF-B854-B2BECE8B4CDF}" type="pres">
      <dgm:prSet presAssocID="{67178A19-8519-4A36-AA8F-45C17AAC16E0}" presName="level3hierChild" presStyleCnt="0"/>
      <dgm:spPr/>
    </dgm:pt>
  </dgm:ptLst>
  <dgm:cxnLst>
    <dgm:cxn modelId="{3A0D8204-A420-41F5-A2E5-6470E9D7396C}" srcId="{F71EA871-A416-4E0B-B5CA-76D65992B2D6}" destId="{27114264-9E3C-4069-BDEF-97580269D787}" srcOrd="1" destOrd="0" parTransId="{35777F18-1C27-409D-AF96-FA3F0C618943}" sibTransId="{DF5602E6-6488-45CA-BEAA-E6C5AEDCF8A9}"/>
    <dgm:cxn modelId="{CBC1010E-7E18-4778-A490-130B0F21DA54}" srcId="{F71EA871-A416-4E0B-B5CA-76D65992B2D6}" destId="{67178A19-8519-4A36-AA8F-45C17AAC16E0}" srcOrd="2" destOrd="0" parTransId="{D6ED14A1-9F4A-4902-B23E-45C88AF5B4CA}" sibTransId="{72B210ED-1C42-4294-9228-B7A3880771BD}"/>
    <dgm:cxn modelId="{DF46291D-13B2-4309-AEAC-FBD02016F278}" srcId="{70EB4F13-A97A-4F0D-9A51-FD6D8DDD647A}" destId="{F71EA871-A416-4E0B-B5CA-76D65992B2D6}" srcOrd="0" destOrd="0" parTransId="{371BF2E6-82EB-466B-9012-0427B776B2E5}" sibTransId="{F4E55469-50DC-4CA0-9303-64EF732B8224}"/>
    <dgm:cxn modelId="{B066791F-8F99-40EB-B4AB-1BD9C7E92B9F}" type="presOf" srcId="{0DAAF5A8-2EF8-48E5-8FB3-2DB5D009422A}" destId="{E3F34CE7-518A-4EF1-8191-D4B9E63089FA}" srcOrd="0" destOrd="0" presId="urn:microsoft.com/office/officeart/2008/layout/HorizontalMultiLevelHierarchy#1"/>
    <dgm:cxn modelId="{E659F731-9514-4B0F-81C8-863B5EBC3D73}" srcId="{F71EA871-A416-4E0B-B5CA-76D65992B2D6}" destId="{3A2187B7-2DC4-4548-8848-24B4C9106D14}" srcOrd="0" destOrd="0" parTransId="{0DAAF5A8-2EF8-48E5-8FB3-2DB5D009422A}" sibTransId="{DF2293A7-EE26-48E1-901E-C3420E3E6A02}"/>
    <dgm:cxn modelId="{540A6735-1B96-43CE-9E96-2C3C17873DF8}" type="presOf" srcId="{35777F18-1C27-409D-AF96-FA3F0C618943}" destId="{DFB3DACF-1F41-4570-B357-9698C2A91FD0}" srcOrd="0" destOrd="0" presId="urn:microsoft.com/office/officeart/2008/layout/HorizontalMultiLevelHierarchy#1"/>
    <dgm:cxn modelId="{1C39995F-ABCB-49F0-A726-C6EAD102460C}" type="presOf" srcId="{0DAAF5A8-2EF8-48E5-8FB3-2DB5D009422A}" destId="{83EC266C-4AFD-4BDE-BC20-9197F0048C65}" srcOrd="1" destOrd="0" presId="urn:microsoft.com/office/officeart/2008/layout/HorizontalMultiLevelHierarchy#1"/>
    <dgm:cxn modelId="{2D4E5858-C102-4541-B566-EF35A586B602}" type="presOf" srcId="{3A2187B7-2DC4-4548-8848-24B4C9106D14}" destId="{1C4B7133-B150-470F-A3AD-937B903AE12A}" srcOrd="0" destOrd="0" presId="urn:microsoft.com/office/officeart/2008/layout/HorizontalMultiLevelHierarchy#1"/>
    <dgm:cxn modelId="{C756BB7B-FB8C-4E04-9AF9-BFB9A7B1D8BA}" type="presOf" srcId="{70EB4F13-A97A-4F0D-9A51-FD6D8DDD647A}" destId="{3BAE97A6-F8FB-4179-A9EE-1D42208219E1}" srcOrd="0" destOrd="0" presId="urn:microsoft.com/office/officeart/2008/layout/HorizontalMultiLevelHierarchy#1"/>
    <dgm:cxn modelId="{56145685-AEE5-49D8-88F0-FC8C0251B213}" type="presOf" srcId="{35777F18-1C27-409D-AF96-FA3F0C618943}" destId="{FD41A133-7994-4956-8773-ED58B0908E5B}" srcOrd="1" destOrd="0" presId="urn:microsoft.com/office/officeart/2008/layout/HorizontalMultiLevelHierarchy#1"/>
    <dgm:cxn modelId="{7ED2E487-0283-4924-8B93-352B148D302C}" type="presOf" srcId="{D6ED14A1-9F4A-4902-B23E-45C88AF5B4CA}" destId="{7126A5A0-760F-4A2C-96C9-975E05624BF5}" srcOrd="1" destOrd="0" presId="urn:microsoft.com/office/officeart/2008/layout/HorizontalMultiLevelHierarchy#1"/>
    <dgm:cxn modelId="{C233D59C-B567-4DC2-A095-8A6704C84038}" type="presOf" srcId="{F71EA871-A416-4E0B-B5CA-76D65992B2D6}" destId="{D02044DA-15DB-47CA-B4BD-2CBB8B5A9C2F}" srcOrd="0" destOrd="0" presId="urn:microsoft.com/office/officeart/2008/layout/HorizontalMultiLevelHierarchy#1"/>
    <dgm:cxn modelId="{C1DF0ED1-953C-4349-BEBF-C08161541C27}" type="presOf" srcId="{D6ED14A1-9F4A-4902-B23E-45C88AF5B4CA}" destId="{5BF083BC-53C1-41D1-AF3C-F11BDC2592E4}" srcOrd="0" destOrd="0" presId="urn:microsoft.com/office/officeart/2008/layout/HorizontalMultiLevelHierarchy#1"/>
    <dgm:cxn modelId="{090413F4-A3F0-4A9F-879A-DAA69D620A94}" type="presOf" srcId="{27114264-9E3C-4069-BDEF-97580269D787}" destId="{8B24C4B1-5AF4-4152-989A-30E1E2D4869E}" srcOrd="0" destOrd="0" presId="urn:microsoft.com/office/officeart/2008/layout/HorizontalMultiLevelHierarchy#1"/>
    <dgm:cxn modelId="{02C08FFE-921E-4BB6-B845-F35669E51E3B}" type="presOf" srcId="{67178A19-8519-4A36-AA8F-45C17AAC16E0}" destId="{92E51220-CCFC-4E76-9A9B-7FC044FB753A}" srcOrd="0" destOrd="0" presId="urn:microsoft.com/office/officeart/2008/layout/HorizontalMultiLevelHierarchy#1"/>
    <dgm:cxn modelId="{E4D0F084-1E48-4DD9-9347-9E3AED245C17}" type="presParOf" srcId="{3BAE97A6-F8FB-4179-A9EE-1D42208219E1}" destId="{277E20DD-E8E2-474F-B393-F5F657B1FB3D}" srcOrd="0" destOrd="0" presId="urn:microsoft.com/office/officeart/2008/layout/HorizontalMultiLevelHierarchy#1"/>
    <dgm:cxn modelId="{EF1F87AF-EFDD-44A6-8637-1394F9F3DDAA}" type="presParOf" srcId="{277E20DD-E8E2-474F-B393-F5F657B1FB3D}" destId="{D02044DA-15DB-47CA-B4BD-2CBB8B5A9C2F}" srcOrd="0" destOrd="0" presId="urn:microsoft.com/office/officeart/2008/layout/HorizontalMultiLevelHierarchy#1"/>
    <dgm:cxn modelId="{9F53FFF2-F314-4C19-8B5D-0B747F99B34A}" type="presParOf" srcId="{277E20DD-E8E2-474F-B393-F5F657B1FB3D}" destId="{9FFA7786-F808-4259-B6BE-D90A76EA47BC}" srcOrd="1" destOrd="0" presId="urn:microsoft.com/office/officeart/2008/layout/HorizontalMultiLevelHierarchy#1"/>
    <dgm:cxn modelId="{463A0C90-BC3E-4B86-AB4E-657BC4BEDA23}" type="presParOf" srcId="{9FFA7786-F808-4259-B6BE-D90A76EA47BC}" destId="{E3F34CE7-518A-4EF1-8191-D4B9E63089FA}" srcOrd="0" destOrd="0" presId="urn:microsoft.com/office/officeart/2008/layout/HorizontalMultiLevelHierarchy#1"/>
    <dgm:cxn modelId="{8605AD9D-755D-47AC-A5CF-725B930FBFC4}" type="presParOf" srcId="{E3F34CE7-518A-4EF1-8191-D4B9E63089FA}" destId="{83EC266C-4AFD-4BDE-BC20-9197F0048C65}" srcOrd="0" destOrd="0" presId="urn:microsoft.com/office/officeart/2008/layout/HorizontalMultiLevelHierarchy#1"/>
    <dgm:cxn modelId="{3561D9AD-6892-4C12-8850-F4F7DE8AE994}" type="presParOf" srcId="{9FFA7786-F808-4259-B6BE-D90A76EA47BC}" destId="{248D4712-DF7B-42CC-BF00-9556E58F7EB5}" srcOrd="1" destOrd="0" presId="urn:microsoft.com/office/officeart/2008/layout/HorizontalMultiLevelHierarchy#1"/>
    <dgm:cxn modelId="{787E4F43-CDA1-4ED2-A633-6F30FAD671B0}" type="presParOf" srcId="{248D4712-DF7B-42CC-BF00-9556E58F7EB5}" destId="{1C4B7133-B150-470F-A3AD-937B903AE12A}" srcOrd="0" destOrd="0" presId="urn:microsoft.com/office/officeart/2008/layout/HorizontalMultiLevelHierarchy#1"/>
    <dgm:cxn modelId="{F34C0DCF-AC3A-445D-80FA-18D6CE55563F}" type="presParOf" srcId="{248D4712-DF7B-42CC-BF00-9556E58F7EB5}" destId="{345031C2-C665-49BB-9517-45A26DCA1AF2}" srcOrd="1" destOrd="0" presId="urn:microsoft.com/office/officeart/2008/layout/HorizontalMultiLevelHierarchy#1"/>
    <dgm:cxn modelId="{19B609FE-39BA-4112-B844-C44E2DFD25C0}" type="presParOf" srcId="{9FFA7786-F808-4259-B6BE-D90A76EA47BC}" destId="{DFB3DACF-1F41-4570-B357-9698C2A91FD0}" srcOrd="2" destOrd="0" presId="urn:microsoft.com/office/officeart/2008/layout/HorizontalMultiLevelHierarchy#1"/>
    <dgm:cxn modelId="{99A02030-13F2-4113-A405-894700A6EFFE}" type="presParOf" srcId="{DFB3DACF-1F41-4570-B357-9698C2A91FD0}" destId="{FD41A133-7994-4956-8773-ED58B0908E5B}" srcOrd="0" destOrd="0" presId="urn:microsoft.com/office/officeart/2008/layout/HorizontalMultiLevelHierarchy#1"/>
    <dgm:cxn modelId="{255971AB-B53D-4C76-957D-A811F0875F88}" type="presParOf" srcId="{9FFA7786-F808-4259-B6BE-D90A76EA47BC}" destId="{68CE9CB6-92E6-44EF-ADA3-9BB7451B957B}" srcOrd="3" destOrd="0" presId="urn:microsoft.com/office/officeart/2008/layout/HorizontalMultiLevelHierarchy#1"/>
    <dgm:cxn modelId="{EFDCD4C9-59C3-4A24-8D3F-1868442816C6}" type="presParOf" srcId="{68CE9CB6-92E6-44EF-ADA3-9BB7451B957B}" destId="{8B24C4B1-5AF4-4152-989A-30E1E2D4869E}" srcOrd="0" destOrd="0" presId="urn:microsoft.com/office/officeart/2008/layout/HorizontalMultiLevelHierarchy#1"/>
    <dgm:cxn modelId="{45D0BA03-CA5D-40BE-BF2C-C39E9336E65D}" type="presParOf" srcId="{68CE9CB6-92E6-44EF-ADA3-9BB7451B957B}" destId="{B43AF367-7F89-4FCA-8863-070D53BDCAA7}" srcOrd="1" destOrd="0" presId="urn:microsoft.com/office/officeart/2008/layout/HorizontalMultiLevelHierarchy#1"/>
    <dgm:cxn modelId="{1AED4020-A6E1-477A-9E51-41CAEE35A57E}" type="presParOf" srcId="{9FFA7786-F808-4259-B6BE-D90A76EA47BC}" destId="{5BF083BC-53C1-41D1-AF3C-F11BDC2592E4}" srcOrd="4" destOrd="0" presId="urn:microsoft.com/office/officeart/2008/layout/HorizontalMultiLevelHierarchy#1"/>
    <dgm:cxn modelId="{FB266FE3-2FE8-4E81-AB69-20E5C752384D}" type="presParOf" srcId="{5BF083BC-53C1-41D1-AF3C-F11BDC2592E4}" destId="{7126A5A0-760F-4A2C-96C9-975E05624BF5}" srcOrd="0" destOrd="0" presId="urn:microsoft.com/office/officeart/2008/layout/HorizontalMultiLevelHierarchy#1"/>
    <dgm:cxn modelId="{2D45EE1F-2C08-44C9-B0C5-FADDDCB49AFE}" type="presParOf" srcId="{9FFA7786-F808-4259-B6BE-D90A76EA47BC}" destId="{64CE79C3-30E0-4591-9FD2-BA257BC04C00}" srcOrd="5" destOrd="0" presId="urn:microsoft.com/office/officeart/2008/layout/HorizontalMultiLevelHierarchy#1"/>
    <dgm:cxn modelId="{15127D82-8A0A-4983-8FF5-E4C7D9D5B2C5}" type="presParOf" srcId="{64CE79C3-30E0-4591-9FD2-BA257BC04C00}" destId="{92E51220-CCFC-4E76-9A9B-7FC044FB753A}" srcOrd="0" destOrd="0" presId="urn:microsoft.com/office/officeart/2008/layout/HorizontalMultiLevelHierarchy#1"/>
    <dgm:cxn modelId="{70457FFF-DAC7-445A-A020-C0C1A22B32FF}" type="presParOf" srcId="{64CE79C3-30E0-4591-9FD2-BA257BC04C00}" destId="{28416010-8107-44BF-B854-B2BECE8B4CDF}" srcOrd="1" destOrd="0" presId="urn:microsoft.com/office/officeart/2008/layout/HorizontalMultiLevelHierarchy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F083BC-53C1-41D1-AF3C-F11BDC2592E4}">
      <dsp:nvSpPr>
        <dsp:cNvPr id="0" name=""/>
        <dsp:cNvSpPr/>
      </dsp:nvSpPr>
      <dsp:spPr>
        <a:xfrm>
          <a:off x="1202075" y="2011372"/>
          <a:ext cx="501394" cy="9554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0697" y="0"/>
              </a:lnTo>
              <a:lnTo>
                <a:pt x="250697" y="955401"/>
              </a:lnTo>
              <a:lnTo>
                <a:pt x="501394" y="95540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425799" y="2462099"/>
        <a:ext cx="53948" cy="53948"/>
      </dsp:txXfrm>
    </dsp:sp>
    <dsp:sp modelId="{DFB3DACF-1F41-4570-B357-9698C2A91FD0}">
      <dsp:nvSpPr>
        <dsp:cNvPr id="0" name=""/>
        <dsp:cNvSpPr/>
      </dsp:nvSpPr>
      <dsp:spPr>
        <a:xfrm>
          <a:off x="1202075" y="1965652"/>
          <a:ext cx="5013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1394" y="4572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440238" y="1998837"/>
        <a:ext cx="25069" cy="25069"/>
      </dsp:txXfrm>
    </dsp:sp>
    <dsp:sp modelId="{E3F34CE7-518A-4EF1-8191-D4B9E63089FA}">
      <dsp:nvSpPr>
        <dsp:cNvPr id="0" name=""/>
        <dsp:cNvSpPr/>
      </dsp:nvSpPr>
      <dsp:spPr>
        <a:xfrm>
          <a:off x="1202075" y="1055970"/>
          <a:ext cx="501394" cy="955401"/>
        </a:xfrm>
        <a:custGeom>
          <a:avLst/>
          <a:gdLst/>
          <a:ahLst/>
          <a:cxnLst/>
          <a:rect l="0" t="0" r="0" b="0"/>
          <a:pathLst>
            <a:path>
              <a:moveTo>
                <a:pt x="0" y="955401"/>
              </a:moveTo>
              <a:lnTo>
                <a:pt x="250697" y="955401"/>
              </a:lnTo>
              <a:lnTo>
                <a:pt x="250697" y="0"/>
              </a:lnTo>
              <a:lnTo>
                <a:pt x="501394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425799" y="1506697"/>
        <a:ext cx="53948" cy="53948"/>
      </dsp:txXfrm>
    </dsp:sp>
    <dsp:sp modelId="{D02044DA-15DB-47CA-B4BD-2CBB8B5A9C2F}">
      <dsp:nvSpPr>
        <dsp:cNvPr id="0" name=""/>
        <dsp:cNvSpPr/>
      </dsp:nvSpPr>
      <dsp:spPr>
        <a:xfrm rot="16200000">
          <a:off x="-1191457" y="1629211"/>
          <a:ext cx="4022745" cy="7643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/>
            <a:t>Assistant Paltform</a:t>
          </a:r>
        </a:p>
      </dsp:txBody>
      <dsp:txXfrm>
        <a:off x="-1191457" y="1629211"/>
        <a:ext cx="4022745" cy="764321"/>
      </dsp:txXfrm>
    </dsp:sp>
    <dsp:sp modelId="{1C4B7133-B150-470F-A3AD-937B903AE12A}">
      <dsp:nvSpPr>
        <dsp:cNvPr id="0" name=""/>
        <dsp:cNvSpPr/>
      </dsp:nvSpPr>
      <dsp:spPr>
        <a:xfrm>
          <a:off x="1703470" y="673809"/>
          <a:ext cx="2506974" cy="7643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Pre-Defined Questions</a:t>
          </a:r>
        </a:p>
      </dsp:txBody>
      <dsp:txXfrm>
        <a:off x="1703470" y="673809"/>
        <a:ext cx="2506974" cy="764321"/>
      </dsp:txXfrm>
    </dsp:sp>
    <dsp:sp modelId="{8B24C4B1-5AF4-4152-989A-30E1E2D4869E}">
      <dsp:nvSpPr>
        <dsp:cNvPr id="0" name=""/>
        <dsp:cNvSpPr/>
      </dsp:nvSpPr>
      <dsp:spPr>
        <a:xfrm>
          <a:off x="1703470" y="1629211"/>
          <a:ext cx="2506974" cy="7643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Pre-Defined Answers</a:t>
          </a:r>
        </a:p>
      </dsp:txBody>
      <dsp:txXfrm>
        <a:off x="1703470" y="1629211"/>
        <a:ext cx="2506974" cy="764321"/>
      </dsp:txXfrm>
    </dsp:sp>
    <dsp:sp modelId="{92E51220-CCFC-4E76-9A9B-7FC044FB753A}">
      <dsp:nvSpPr>
        <dsp:cNvPr id="0" name=""/>
        <dsp:cNvSpPr/>
      </dsp:nvSpPr>
      <dsp:spPr>
        <a:xfrm>
          <a:off x="1703470" y="2584613"/>
          <a:ext cx="2506974" cy="7643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Evaluation matric</a:t>
          </a:r>
        </a:p>
      </dsp:txBody>
      <dsp:txXfrm>
        <a:off x="1703470" y="2584613"/>
        <a:ext cx="2506974" cy="7643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#1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R"/>
                        <dgm:param type="endPts" val="midL"/>
                      </dgm:alg>
                    </dgm:if>
                    <dgm:else name="Name1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FC7DFEF-3B2E-D017-0B21-BC210BF4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1B5CA6E9-7386-2799-6840-751B808D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EA42349E-92BC-7FC0-2C31-D4076D738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98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9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sz="39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sz="3000" b="1" dirty="0">
                <a:latin typeface="Arial Narrow"/>
                <a:ea typeface="Arial Narrow"/>
                <a:cs typeface="Arial Narrow"/>
                <a:sym typeface="Arial Narrow"/>
              </a:rPr>
              <a:t>20CS7503 &amp; DESIGN PROJECT - III</a:t>
            </a:r>
            <a:endParaRPr sz="30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0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sz="3000" b="1" dirty="0"/>
              <a:t>END SEMESTER PRACTICAL EXAMINATION- NOV / DEC 2025</a:t>
            </a:r>
          </a:p>
          <a:p>
            <a:pPr marL="0" lvl="0" indent="0" algn="ctr">
              <a:buSzPts val="2800"/>
              <a:buNone/>
            </a:pPr>
            <a:r>
              <a:rPr lang="en-US" sz="3000" b="1" u="sng" dirty="0">
                <a:latin typeface="Arial Narrow"/>
                <a:ea typeface="Arial Narrow"/>
                <a:cs typeface="Arial Narrow"/>
                <a:sym typeface="Arial Narrow"/>
              </a:rPr>
              <a:t>REVIEW PRESENTATION</a:t>
            </a:r>
            <a:endParaRPr lang="en-US" sz="30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No.: 6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 29-11-25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Session: FN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0" y="304800"/>
            <a:ext cx="12119100" cy="934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ctr"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NEXT-GEN PATHWAY TO SMART GROWTH LAUNCHPAD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lang="en-US" sz="36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95817" y="3594414"/>
            <a:ext cx="4493278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Ms. S.SHAHINA SHALU,M.E.,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ASSISTANT PROFESSOR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CSE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6545179" y="3631450"/>
            <a:ext cx="5454154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Members:</a:t>
            </a:r>
          </a:p>
          <a:p>
            <a:pPr marL="0" lvl="0" indent="0">
              <a:buSzPts val="2400"/>
              <a:buNone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SERALATHAN S (811722104136)</a:t>
            </a:r>
          </a:p>
          <a:p>
            <a:pPr marL="0" lvl="0" indent="0">
              <a:buSzPts val="2400"/>
              <a:buNone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UMA MAHESWARI M (811722104171)</a:t>
            </a:r>
          </a:p>
          <a:p>
            <a:pPr marL="0" lvl="0" indent="0">
              <a:buSzPts val="2400"/>
              <a:buNone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VASAN S (811722104177)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2190750"/>
            <a:ext cx="10515600" cy="303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To develop a web application that provides aptitude and interview preparation in a single platform.</a:t>
            </a: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To include categorized aptitude questions and interview repositories for systematic practice.</a:t>
            </a: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To implement automated test evaluation with instant feedback for learners.</a:t>
            </a: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To provide performance tracking and analytics to monitor user progress.</a:t>
            </a: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To ensure a user-friendly interface using HTML, CSS, and JavaScript with Python as backend support.</a:t>
            </a:r>
            <a:endParaRPr lang="en-US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Aptitude tests and interviews are critical components of the recruitment process, assessing a candidate’s problem-solving ability, logical reasoning, and communication skills.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Many candidates face difficulties due to scattered resources and lack of structured preparation methods.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This project aims to build a unified web application that integrates aptitude practice and interview question preparation.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The system leverages Python for backend processing and HTML, CSS, and JavaScript for frontend development to provide a smooth and interactive experience.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The application offers categorized practice, interview guidance, and performance tracking, helping users prepare efficiently for competitive exams and job interviews.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2" name="Google Shape;121;p5">
            <a:extLst>
              <a:ext uri="{FF2B5EF4-FFF2-40B4-BE49-F238E27FC236}">
                <a16:creationId xmlns:a16="http://schemas.microsoft.com/office/drawing/2014/main" id="{B8E44986-248F-ED2F-7B71-3A8AA71533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8692577"/>
              </p:ext>
            </p:extLst>
          </p:nvPr>
        </p:nvGraphicFramePr>
        <p:xfrm>
          <a:off x="0" y="822300"/>
          <a:ext cx="12192001" cy="6035699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3027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7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0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87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PUBLISHER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47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Oscar: The Generative AI student assistant,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Mansur Ali Khan, Abdullah Khan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openreview.net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ChatGPT-3.5 (</a:t>
                      </a:r>
                      <a:r>
                        <a:rPr lang="fr-FR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OpenAI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), Gemini 1.0 Pro (Alphabet Inc.)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15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Evaluation of Task Specific Productivity Improvements Using a Generative AI Personal Assistant Tool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Brian S. Freeman, Kendall Arriola, Dan Cottell, Emmett Lawlor, Matt Erdman, Trevor Sutherland, Brian Wells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rane</a:t>
                      </a: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Technologies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OpenAI GPT-3.5-Turbo-16k (via Microsoft Azure), GPT-4 (for LLM-as-a-judge evaluation)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965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Data Augmentation for Sparse Multidimensional Learning Performance Data Using Gen AI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Liang Zhang, </a:t>
                      </a:r>
                      <a:r>
                        <a:rPr lang="en-IN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Jionghao</a:t>
                      </a: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Lin, John Sabatini, Conrad Borchers, Daniel Weitekamp, Meng Cao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I</a:t>
                      </a: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EEE (Journal of IEEE Transactions on Learning Technologies)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Tensor Factorization, Vanilla Generative Adversarial Networks (GAN)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15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Using GAIM as digital assistants for enhancing motivation and retention proficiency of mathematics undergraduates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Yousef </a:t>
                      </a:r>
                      <a:r>
                        <a:rPr lang="en-IN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Metbkal</a:t>
                      </a: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Abd </a:t>
                      </a:r>
                      <a:r>
                        <a:rPr lang="en-IN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Algami</a:t>
                      </a: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, Mohanad Ahmad Shini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Research Journal in Translation, Literature, Linguistics, and Education (RJTLLE)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Generative AI Chatbots (e.g., ChatGPT, Google Bard, Microsoft Copilot)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22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Gen-AI, a Learning Assistant? Factors Influencing Higher-Ed Students' Technology Acceptance 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Kraisila</a:t>
                      </a: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</a:t>
                      </a:r>
                      <a:r>
                        <a:rPr lang="en-IN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Kanont</a:t>
                      </a: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, </a:t>
                      </a:r>
                      <a:r>
                        <a:rPr lang="en-IN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Pawarit</a:t>
                      </a: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</a:t>
                      </a:r>
                      <a:r>
                        <a:rPr lang="en-IN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Pingmuang</a:t>
                      </a: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, </a:t>
                      </a:r>
                      <a:r>
                        <a:rPr lang="en-IN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Thewawuth</a:t>
                      </a: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</a:t>
                      </a:r>
                      <a:r>
                        <a:rPr lang="en-IN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Simasathien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The Electronic Journal of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e-Learning (EJEL) 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Generative AI (e.g., ChatGPT, DALL-E, Midjourney, Claude, etc.)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EXISTING SYSTEM </a:t>
            </a:r>
            <a:r>
              <a:rPr lang="en-US" dirty="0"/>
              <a:t>ARCHITECTURE</a:t>
            </a:r>
            <a:endParaRPr dirty="0">
              <a:sym typeface="Arial Narrow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EC5804D-4507-6D3A-9868-99A0AE6544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7446114"/>
              </p:ext>
            </p:extLst>
          </p:nvPr>
        </p:nvGraphicFramePr>
        <p:xfrm>
          <a:off x="3771900" y="1748789"/>
          <a:ext cx="4648200" cy="4022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7FEFE7C5-B014-B248-A280-1360BE6D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8DDF3340-775D-1206-5F9C-2A604B9E0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1F26A455-1F7F-0E24-548B-1E2404FC73D5}"/>
              </a:ext>
            </a:extLst>
          </p:cNvPr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PROBLEM IDENTIFICAITON</a:t>
            </a:r>
            <a:endParaRPr dirty="0">
              <a:sym typeface="Arial Narr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BDA42-5836-D2E3-1290-9E9478C88B40}"/>
              </a:ext>
            </a:extLst>
          </p:cNvPr>
          <p:cNvSpPr txBox="1"/>
          <p:nvPr/>
        </p:nvSpPr>
        <p:spPr>
          <a:xfrm>
            <a:off x="740229" y="1034142"/>
            <a:ext cx="10787742" cy="2419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>
              <a:lnSpc>
                <a:spcPct val="90000"/>
              </a:lnSpc>
              <a:buClr>
                <a:schemeClr val="dk1"/>
              </a:buClr>
              <a:buSzPts val="2800"/>
              <a:buAutoNum type="arabicPeriod"/>
            </a:pPr>
            <a:r>
              <a:rPr lang="en-US" sz="2800" dirty="0">
                <a:latin typeface="Arial Narrow" panose="020B0606020202030204" pitchFamily="34" charset="0"/>
              </a:rPr>
              <a:t>Lack of unified platforms combining AI interviewing, aptitude training, and speech recognition for holistic job preparation.</a:t>
            </a:r>
          </a:p>
          <a:p>
            <a:pPr marL="514350" lvl="0" indent="-514350">
              <a:lnSpc>
                <a:spcPct val="90000"/>
              </a:lnSpc>
              <a:buClr>
                <a:schemeClr val="dk1"/>
              </a:buClr>
              <a:buSzPts val="2800"/>
              <a:buAutoNum type="arabicPeriod"/>
            </a:pPr>
            <a:r>
              <a:rPr lang="en-US" sz="2800" dirty="0">
                <a:latin typeface="Arial Narrow" panose="020B0606020202030204" pitchFamily="34" charset="0"/>
              </a:rPr>
              <a:t>Traditional aptitude and interview tools are static, offering no adaptive learning or personalized feedback.</a:t>
            </a:r>
          </a:p>
          <a:p>
            <a:pPr marL="514350" lvl="0" indent="-514350">
              <a:lnSpc>
                <a:spcPct val="90000"/>
              </a:lnSpc>
              <a:buClr>
                <a:schemeClr val="dk1"/>
              </a:buClr>
              <a:buSzPts val="2800"/>
              <a:buAutoNum type="arabicPeriod"/>
            </a:pPr>
            <a:r>
              <a:rPr lang="en-US" sz="2800" dirty="0">
                <a:latin typeface="Arial Narrow" panose="020B0606020202030204" pitchFamily="34" charset="0"/>
              </a:rPr>
              <a:t>Students and candidates struggle with real-time practice and voice-based interaction, limiting realism in preparation.</a:t>
            </a:r>
          </a:p>
        </p:txBody>
      </p:sp>
    </p:spTree>
    <p:extLst>
      <p:ext uri="{BB962C8B-B14F-4D97-AF65-F5344CB8AC3E}">
        <p14:creationId xmlns:p14="http://schemas.microsoft.com/office/powerpoint/2010/main" val="301486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</a:t>
            </a: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</a:t>
            </a:r>
            <a:r>
              <a:rPr lang="en-US" sz="4000" b="1" dirty="0">
                <a:solidFill>
                  <a:schemeClr val="dk1"/>
                </a:solidFill>
                <a:latin typeface="Arial Narrow"/>
              </a:rPr>
              <a:t>ARCHITECTURE</a:t>
            </a:r>
            <a:endParaRPr sz="4000" b="1" dirty="0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4556B2-FE78-E90E-573E-415C2E4F41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342" y="747395"/>
            <a:ext cx="5718093" cy="5850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265938" y="2671762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>
              <a:spcBef>
                <a:spcPts val="0"/>
              </a:spcBef>
              <a:buSzPts val="28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lvl="0" indent="-514350">
              <a:spcBef>
                <a:spcPts val="0"/>
              </a:spcBef>
              <a:buClrTx/>
              <a:buSzPts val="2800"/>
              <a:buAutoNum type="arabicPeriod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Processo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r</a:t>
            </a: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: 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Intel Core i3/i5 or equivalent</a:t>
            </a:r>
          </a:p>
          <a:p>
            <a:pPr marL="514350" lvl="0" indent="-514350">
              <a:spcBef>
                <a:spcPts val="0"/>
              </a:spcBef>
              <a:buClrTx/>
              <a:buSzPts val="2800"/>
              <a:buAutoNum type="arabicPeriod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RAM: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 Minimum 4 GB (8 GB recommended)</a:t>
            </a: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AutoNum type="arabicPeriod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Storage: 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256 GB SSD or 512 GB HDD</a:t>
            </a: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938031" y="2539370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SOFTWARE</a:t>
            </a:r>
            <a:endParaRPr lang="en-US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514350" indent="-514350">
              <a:spcBef>
                <a:spcPts val="0"/>
              </a:spcBef>
              <a:buClr>
                <a:schemeClr val="tx1">
                  <a:lumMod val="95000"/>
                  <a:lumOff val="5000"/>
                </a:schemeClr>
              </a:buClr>
              <a:buSzPts val="2800"/>
              <a:buFont typeface="Arial"/>
              <a:buAutoNum type="arabicPeriod"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Frontend: </a:t>
            </a: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HTML, CSS, JavaScript, Tailwind CSS framework.</a:t>
            </a:r>
          </a:p>
          <a:p>
            <a:pPr marL="514350" indent="-514350">
              <a:spcBef>
                <a:spcPts val="0"/>
              </a:spcBef>
              <a:buClr>
                <a:schemeClr val="tx1">
                  <a:lumMod val="95000"/>
                  <a:lumOff val="5000"/>
                </a:schemeClr>
              </a:buClr>
              <a:buSzPts val="2800"/>
              <a:buFont typeface="Arial"/>
              <a:buAutoNum type="arabicPeriod"/>
            </a:pPr>
            <a:r>
              <a:rPr lang="en-US" b="1" dirty="0">
                <a:latin typeface="Arial Narrow" panose="020B0606020202030204" pitchFamily="34" charset="0"/>
              </a:rPr>
              <a:t>Backend:</a:t>
            </a:r>
            <a:r>
              <a:rPr lang="en-US" dirty="0">
                <a:latin typeface="Arial Narrow" panose="020B0606020202030204" pitchFamily="34" charset="0"/>
              </a:rPr>
              <a:t> Python (Flask/Django/</a:t>
            </a:r>
            <a:r>
              <a:rPr lang="en-US" dirty="0" err="1">
                <a:latin typeface="Arial Narrow" panose="020B0606020202030204" pitchFamily="34" charset="0"/>
              </a:rPr>
              <a:t>FastAPI</a:t>
            </a:r>
            <a:r>
              <a:rPr lang="en-US" dirty="0">
                <a:latin typeface="Arial Narrow" panose="020B0606020202030204" pitchFamily="34" charset="0"/>
              </a:rPr>
              <a:t>/</a:t>
            </a:r>
            <a:r>
              <a:rPr lang="en-US" dirty="0" err="1">
                <a:latin typeface="Arial Narrow" panose="020B0606020202030204" pitchFamily="34" charset="0"/>
              </a:rPr>
              <a:t>Gardio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/</a:t>
            </a:r>
            <a:r>
              <a:rPr lang="en-US" dirty="0" err="1">
                <a:latin typeface="Arial Narrow" panose="020B0606020202030204" pitchFamily="34" charset="0"/>
              </a:rPr>
              <a:t>StreamLit</a:t>
            </a:r>
            <a:r>
              <a:rPr lang="en-US" dirty="0">
                <a:latin typeface="Arial Narrow" panose="020B0606020202030204" pitchFamily="34" charset="0"/>
              </a:rPr>
              <a:t>)</a:t>
            </a:r>
            <a:endParaRPr lang="en-US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514350" indent="-514350">
              <a:spcBef>
                <a:spcPts val="0"/>
              </a:spcBef>
              <a:buClr>
                <a:schemeClr val="tx1"/>
              </a:buClr>
              <a:buSzPts val="2800"/>
              <a:buFont typeface="Arial"/>
              <a:buAutoNum type="arabicPeriod"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Database: </a:t>
            </a: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MySQL / </a:t>
            </a:r>
            <a:r>
              <a:rPr lang="en-US" dirty="0" err="1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SQLite,Vector</a:t>
            </a:r>
            <a:r>
              <a:rPr lang="en-US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 DB</a:t>
            </a:r>
          </a:p>
          <a:p>
            <a:pPr marL="514350" indent="-514350">
              <a:spcBef>
                <a:spcPts val="0"/>
              </a:spcBef>
              <a:buClr>
                <a:schemeClr val="tx1"/>
              </a:buClr>
              <a:buSzPts val="2800"/>
              <a:buFont typeface="Arial"/>
              <a:buAutoNum type="arabicPeriod"/>
            </a:pPr>
            <a:r>
              <a:rPr lang="en-US" b="1" dirty="0">
                <a:latin typeface="Arial Narrow" panose="020B0606020202030204" pitchFamily="34" charset="0"/>
              </a:rPr>
              <a:t>Tools:</a:t>
            </a:r>
            <a:r>
              <a:rPr lang="en-US" dirty="0">
                <a:latin typeface="Arial Narrow" panose="020B0606020202030204" pitchFamily="34" charset="0"/>
              </a:rPr>
              <a:t> VS Code / PyCharm, GitHub for version control, Browser for testing</a:t>
            </a:r>
            <a:endParaRPr lang="en-US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dirty="0">
                <a:latin typeface="Arial Narrow" panose="020B0606020202030204" pitchFamily="34" charset="0"/>
              </a:rPr>
              <a:t>Aptitude Practice Module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dirty="0">
                <a:latin typeface="Arial Narrow" panose="020B0606020202030204" pitchFamily="34" charset="0"/>
              </a:rPr>
              <a:t>Interview Preparation Module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dirty="0">
                <a:latin typeface="Arial Narrow" panose="020B0606020202030204" pitchFamily="34" charset="0"/>
              </a:rPr>
              <a:t>Performance Tracking Module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4. Speech to Text Module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MODULE-1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09656BB-8B2E-3E36-21FC-816E8E0F30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B3F4D3-CBCA-17FF-F1EB-3944435A9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3" y="880561"/>
            <a:ext cx="11290132" cy="52964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MODULE-2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D81448-234E-BA6D-93D7-101DE065B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2" y="889000"/>
            <a:ext cx="11550316" cy="52879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MODULE-3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41C89B-1A5B-8FF0-641D-4D31EF508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2" y="681036"/>
            <a:ext cx="11550316" cy="54234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MODULE-4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879D98-CDB3-29D3-01B2-D22964E29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2" y="838200"/>
            <a:ext cx="11550316" cy="53387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The project successfully delivers a unified and systematic web platform for aptitude and interview preparation by integrating categorized question banks and company-specific repositories into a single application.</a:t>
            </a:r>
          </a:p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It effectively enhances the learning experience by providing instant, automated evaluation of tests and detailed performance analytics, enabling users to track their progress and identify areas for improvement efficiently.</a:t>
            </a:r>
          </a:p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The development goal is achieved through a robust and user-friendly interface built with HTML, CSS, and JavaScript for the frontend, supported by a reliable Python backend, ensuring a seamless and interactive user experience.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15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41AD951B-2AFC-752E-2E78-41812B040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/>
              </a:rPr>
              <a:t>FUTURE ENHANCEMENTS </a:t>
            </a:r>
            <a:endParaRPr b="1" dirty="0">
              <a:latin typeface="Arial Narrow"/>
              <a:sym typeface="Arial Narrow"/>
            </a:endParaRPr>
          </a:p>
        </p:txBody>
      </p:sp>
      <p:sp>
        <p:nvSpPr>
          <p:cNvPr id="195" name="Google Shape;195;p16">
            <a:extLst>
              <a:ext uri="{FF2B5EF4-FFF2-40B4-BE49-F238E27FC236}">
                <a16:creationId xmlns:a16="http://schemas.microsoft.com/office/drawing/2014/main" id="{648B83C1-3DE7-3E3F-40F8-76D0B6241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Integrate AI-driven evaluation metrics to score user confidence, fluency, and technical accuracy during interviews.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Add user authentication and progress persistence* with dashboards for analytics and long-term tracking.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Enable custom question uploads and multilingual support* to expand accessibility and content diversity.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5F65EE21-0D87-9A7B-FC62-462463E7E7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16</a:t>
            </a:fld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0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836</Words>
  <Application>Microsoft Office PowerPoint</Application>
  <PresentationFormat>Widescreen</PresentationFormat>
  <Paragraphs>109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Times New Roman</vt:lpstr>
      <vt:lpstr>Arial Narrow</vt:lpstr>
      <vt:lpstr>Calibri</vt:lpstr>
      <vt:lpstr>Arial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IMPLEMENTATION OF MODULE-1</vt:lpstr>
      <vt:lpstr>IMPLEMENTATION OF MODULE-2</vt:lpstr>
      <vt:lpstr>IMPLEMENTATION OF MODULE-3</vt:lpstr>
      <vt:lpstr>IMPLEMENTATION OF MODULE-4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Saravanan M</dc:creator>
  <cp:lastModifiedBy>Vasan S</cp:lastModifiedBy>
  <cp:revision>7</cp:revision>
  <dcterms:modified xsi:type="dcterms:W3CDTF">2025-11-28T06:52:48Z</dcterms:modified>
</cp:coreProperties>
</file>